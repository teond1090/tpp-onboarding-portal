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v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not-cov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burg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file-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laims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portal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op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thre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expi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ex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